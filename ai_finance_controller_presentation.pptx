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4392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235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RAZORPAY BUILDATHON — TRACK 04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AI Finance Controller</a:t>
            </a:r>
          </a:p>
          <a:p>
            <a:pPr>
              <a:defRPr sz="2000" b="1">
                <a:solidFill>
                  <a:srgbClr val="6366F1"/>
                </a:solidFill>
              </a:defRPr>
            </a:pPr>
            <a:r>
              <a:t>Deterministic 3-Way Reconciliation &amp; Agentic Dispute Copilot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• Zero-Float Invariants (Python Decimal Arithmetic)</a:t>
            </a:r>
            <a:br/>
            <a:r>
              <a:t>• Automated Razorpay MDR Overcharge Detection &amp; Dispute Generation</a:t>
            </a:r>
            <a:br/>
            <a:r>
              <a:t>• Flexible Real CSV Ingestion Adapter (OMS, Gateway, Bank)</a:t>
            </a:r>
            <a:br/>
            <a:r>
              <a:t>• Conversational Financial Copilot (Web Dashboard + Rich CLI)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★ TRACK 04: AGENTIC FINANCIAL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Core Problem: Silent Revenue Leakage in FinTech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Reconciling millions in transactions across 3 disparate systems leads to undetected losses.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1. OMS / Internal DB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Internal order management records purchases marked 'PAID' and tax invoices.</a:t>
            </a:r>
            <a:br/>
            <a:br/>
            <a:r>
              <a:t>Risk: Ghost orders paid by customer but never processed by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2. Razorpay Gateway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Gateway settlement reports deduct MDR fees, GST, and generate payout UTRs.</a:t>
            </a:r>
            <a:br/>
            <a:br/>
            <a:r>
              <a:t>Risk: Fee overcharging (e.g. 3.0% MDR charged vs contracted 2.0%).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3. Core Bank Statements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Bank feeds record actual cleared net credits associated with settlement UTRs.</a:t>
            </a:r>
            <a:br/>
            <a:br/>
            <a:r>
              <a:t>Risk: Unsettled payouts where gateway claims settled but bank has no credit.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★ TRACK 04: AGENTIC FINANCIAL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Architectural Blueprint &amp; LangGraph State Machine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Deterministic, modular pipeline orchestrated with LangGraph state accumulation.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Step 1: Ingestion &amp; O(1) Indexing: </a:t>
            </a:r>
            <a:r>
              <a:rPr sz="1300" b="0">
                <a:solidFill>
                  <a:srgbClr val="F8FAFC"/>
                </a:solidFill>
              </a:rPr>
              <a:t>Ingests 3 feeds (JSON/CSV) into hashed Order ID and UTR lookup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Step 2: 3-Way Match &amp; Invariant Check: </a:t>
            </a:r>
            <a:r>
              <a:rPr sz="1300" b="0">
                <a:solidFill>
                  <a:srgbClr val="F8FAFC"/>
                </a:solidFill>
              </a:rPr>
              <a:t>Strict verification: OMS Amount == Gateway Gross and Gateway Net == Bank Credit.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Step 3: MDR Contracted Rate Audit: </a:t>
            </a:r>
            <a:r>
              <a:rPr sz="1300" b="0">
                <a:solidFill>
                  <a:srgbClr val="F8FAFC"/>
                </a:solidFill>
              </a:rPr>
              <a:t>Calculates expected 2.0% MDR + 18% GST. Flags excess deductions with exact INR delta.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Step 4: Classification &amp; Action Routing: </a:t>
            </a:r>
            <a:r>
              <a:rPr sz="1300" b="0">
                <a:solidFill>
                  <a:srgbClr val="F8FAFC"/>
                </a:solidFill>
              </a:rPr>
              <a:t>Categorizes into: FULLY_RECONCILED, FEE_DISCREPANCY, UNSETTLED_BY_BANK, MISSING_GATEWAY.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Step 5: KPI Synthesis &amp; Atomic Audit Log: </a:t>
            </a:r>
            <a:r>
              <a:rPr sz="1300" b="0">
                <a:solidFill>
                  <a:srgbClr val="F8FAFC"/>
                </a:solidFill>
              </a:rPr>
              <a:t>Computes match rate, volume at risk, and appends structured events to audit_trail.jsonl.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★ TRACK 04: AGENTIC FINANCIAL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Deterministic vs. LLM Boundary: Why Pure LLMs Fail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Financial ledger math must be 100% deterministic; AI is reserved for copilot reasoning.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⚙️ Deterministic Core (Rules &amp; Models)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Zero Float Drift: Python Decimal with ROUND_HALF_UP (0.1 + 0.2 == 0.3 exact).</a:t>
            </a:r>
            <a:br/>
            <a:r>
              <a:t>• Strict Accounting Equations: Gross - (Fee + GST) == Net == Bank Credit.</a:t>
            </a:r>
            <a:br/>
            <a:r>
              <a:t>• Contracted Fee Verification: 2.00% MDR + 18.00% GST on fee.</a:t>
            </a:r>
            <a:br/>
            <a:r>
              <a:t>• Atomic Structured Audit Logging: High-integrity JSON Lines ledger.</a:t>
            </a:r>
            <a:br/>
            <a:r>
              <a:t>• Deterministic State Machine: LangGraph StateGraph without probabilistic math.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645920"/>
            <a:ext cx="51663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82880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🤖 Agentic &amp; Conversational Copilot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Multi-Turn Natural Language Chat: Query KPIs, order deep-dives, and leakages.</a:t>
            </a:r>
            <a:br/>
            <a:r>
              <a:t>• Automated Dispute Generator: Drafts official Razorpay MDR refund claim letters.</a:t>
            </a:r>
            <a:br/>
            <a:r>
              <a:t>• Bank Tracing Inquiries: Prepares UTR tracking sheets for unsettled funds.</a:t>
            </a:r>
            <a:br/>
            <a:r>
              <a:t>• Human-in-the-Loop Orchestration: Synthesizes actionable executive summaries.</a:t>
            </a:r>
            <a:br/>
            <a:r>
              <a:t>• Tool Dispatching: Inspects individual orders and triggers live batch reconciliations.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★ TRACK 04: AGENTIC FINANCIAL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Benchmark Evaluation: 60-Transaction Real-World Batch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Proven accuracy and classification across standardized high-volume test batches.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4D399"/>
                </a:solidFill>
              </a:defRPr>
            </a:pPr>
            <a:r>
              <a:t>66.67%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3-Way Match Rate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40 clean transactions verified across OMS, Gateway, and Bank with exact 2% MDR.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INR 1,300.92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Recoverable MDR Delta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8 orders overcharged at 3.0% MDR instead of contracted 2.0% automatically isolated.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7171"/>
                </a:solidFill>
              </a:defRPr>
            </a:pPr>
            <a:r>
              <a:t>INR 314,983.00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Total Amount at Risk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6 bank-unsettled credits + 6 missing gateway ghost orders flagged for Ops team.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100.0%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Invariant Accuracy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Zero float rounding errors. Strict Decimal arithmetic across INR 1.23M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★ TRACK 04: AGENTIC FINANCIAL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Conversational AI Finance Copilot &amp; Web Dashboard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Interactive interfaces designed for finance controllers, auditors, and operations teams.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💬 AI Financial Copilot Chat: </a:t>
            </a:r>
            <a:r>
              <a:rPr sz="1300" b="0">
                <a:solidFill>
                  <a:srgbClr val="94A3B8"/>
                </a:solidFill>
              </a:rPr>
              <a:t>Natural language queries: 'What is our fee leakage?', 'Inspect ORD_1041', 'Show unsettled UTRs'.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5912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📊 Live Executive KPI Dashboard: </a:t>
            </a:r>
            <a:r>
              <a:rPr sz="1300" b="0">
                <a:solidFill>
                  <a:srgbClr val="94A3B8"/>
                </a:solidFill>
              </a:rPr>
              <a:t>Real-time visual stat cards showing match rate, amount at risk, and total volume processed.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725912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⚠️ Discrepancy Manager &amp; Deep-Dive: </a:t>
            </a:r>
            <a:r>
              <a:rPr sz="1300" b="0">
                <a:solidFill>
                  <a:srgbClr val="94A3B8"/>
                </a:solidFill>
              </a:rPr>
              <a:t>Interactive table with status filters and one-click order inspection modals.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725912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📝 Auto-Generated Dispute Claim Letters: </a:t>
            </a:r>
            <a:r>
              <a:rPr sz="1300" b="0">
                <a:solidFill>
                  <a:srgbClr val="94A3B8"/>
                </a:solidFill>
              </a:rPr>
              <a:t>One-click generation of formal Razorpay refund letters with itemized math proofs.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5912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📁 Real CSV Batch Ingestion: </a:t>
            </a:r>
            <a:r>
              <a:rPr sz="1300" b="0">
                <a:solidFill>
                  <a:srgbClr val="94A3B8"/>
                </a:solidFill>
              </a:rPr>
              <a:t>Upload custom CSV dumps from OMS, Razorpay, or Core Banking with instant reconciliation.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★ TRACK 04: AGENTIC FINANCIAL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Real CSV Ingestion Adapter: Drop-in Enterprise Feeds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Easily reconcile live CSV exports from OMS, Razorpay, or Core Banking feeds.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Flexible Header Aliasing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Auto-normalizes column headers across naming conventions:</a:t>
            </a:r>
            <a:br/>
            <a:r>
              <a:t>• 'Order ID' / 'order_id' / 'Order Number'</a:t>
            </a:r>
            <a:br/>
            <a:r>
              <a:t>• 'Gross Amount' / 'Total Price' / 'Amount (INR)'</a:t>
            </a:r>
            <a:br/>
            <a:r>
              <a:t>• 'UTR Number' / 'bank_utr' / 'Payout UTR'</a:t>
            </a:r>
            <a:br/>
            <a:r>
              <a:t>• 'MDR Fee' / 'gateway_fee' / 'Fee Tax'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Currency &amp; String Sanitization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Intelligent string parsing:</a:t>
            </a:r>
            <a:br/>
            <a:r>
              <a:t>• Strips currency symbols (₹, $, INR, commas)</a:t>
            </a:r>
            <a:br/>
            <a:r>
              <a:t>• Converts raw string amounts into strict Decimal</a:t>
            </a:r>
            <a:br/>
            <a:r>
              <a:t>• Handles UTF-8 BOM encoding &amp; trailing spaces</a:t>
            </a:r>
            <a:br/>
            <a:r>
              <a:t>• Safe defaults for optional fee breakdowns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Command-Line &amp; Web Integration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Dual ingestion support:</a:t>
            </a:r>
            <a:br/>
            <a:r>
              <a:t>• Direct CLI command:</a:t>
            </a:r>
            <a:br/>
            <a:r>
              <a:t>  python run_reconciliation.py --orders orders.csv --settlements rzp.csv --bank bnk.csv</a:t>
            </a:r>
            <a:br/>
            <a:r>
              <a:t>• Web Drag &amp; Drop UI (FastAPI multipart)</a:t>
            </a:r>
            <a:br/>
            <a:r>
              <a:t>• Built-in sample CSV generator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★ TRACK 04: AGENTIC FINANCIAL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Dispute &amp; Merchant Recovery Claims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Instantly auto-drafts legally sound dispute claims with itemized mathematical proofs.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📋 Dispute Claim Generation Flow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1. Anomaly Detection: System flags orders where actual fee &gt; contracted 2.0% MDR + 18% GST.</a:t>
            </a:r>
            <a:br/>
            <a:r>
              <a:t>2. Exact Delta Computation: Itemizes delta per order (e.g., ORD_1048: INR 427.16 overcharged).</a:t>
            </a:r>
            <a:br/>
            <a:r>
              <a:t>3. Formal Letter Synthesis: Generates complete executive dispute letter addressed to Razorpay Merchant Operations.</a:t>
            </a:r>
            <a:br/>
            <a:r>
              <a:t>4. One-Click Resolution: Copy markdown table directly to Razorpay Support or email tickets.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645920"/>
            <a:ext cx="516636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82880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OFFICIAL MERCHANT DISPUTE CLAIM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To: Razorpay Merchant Operations (disputes@razorpay.com)</a:t>
            </a:r>
            <a:br/>
            <a:r>
              <a:t>Claim ID: DISP-RZP-20260902 | Total Claim: INR 1,300.92</a:t>
            </a:r>
            <a:br/>
            <a:br/>
            <a:r>
              <a:t>Summary of Overcharged Transactions (8 Orders):</a:t>
            </a:r>
            <a:br/>
            <a:r>
              <a:t>• Contracted Rate: 2.00% MDR + 18% GST (2.36% net)</a:t>
            </a:r>
            <a:br/>
            <a:r>
              <a:t>• Charged Rate: 3.00% MDR + 18% GST (3.54% net)</a:t>
            </a:r>
            <a:br/>
            <a:br/>
            <a:r>
              <a:t>Itemized Proof Schedule:</a:t>
            </a:r>
            <a:br/>
            <a:r>
              <a:t>| ORD_1041 | UTR20260901FEEERR1041 | INR 2,524.00 | Delta: INR 29.78  |</a:t>
            </a:r>
            <a:br/>
            <a:r>
              <a:t>| ORD_1045 | UTR20260901FEEERR1045 | INR 13,125.00| Delta: INR 154.88 |</a:t>
            </a:r>
            <a:br/>
            <a:r>
              <a:t>| ORD_1048 | UTR20260901FEEERR1048 | INR 36,200.00| Delta: INR 427.16 |</a:t>
            </a:r>
            <a:br/>
            <a:br/>
            <a:r>
              <a:t>Required Action: Direct refund credit note to primary bank account.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★ TRACK 04: AGENTIC FINANCIAL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Testing Suite &amp; Production Readiness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100% test pass rate across unit tests, invariant checks, and REST API endpoints.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4D399"/>
                </a:solidFill>
              </a:defRPr>
            </a:pPr>
            <a:r>
              <a:t>19 / 19 (100%)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Pytest Suite Passing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Covers invariant math, fee calculations, missing records, CSV parsing, and chat 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Atomic JSONL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Audit Trail Logging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Thread-safe, append-only JSON Lines logger with full state reproducibility.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366F1"/>
                </a:solidFill>
              </a:defRPr>
            </a:pPr>
            <a:r>
              <a:t>FastAPI + Uvicorn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Modern Microservice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Clean REST API with async endpoints, OpenAPI specs, and embedded Web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★ TRACK 04: AGENTIC FINANCIAL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 &amp; Business Impact for Razorpay Merchants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The complete autonomous finance controller for high-volume digital commerce.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94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1. Zero Revenue Leakage: Instantly catches fee overcharges and unsettled bank credits without human fatigue.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2. Deterministic &amp; Provable: Python Decimal accounting invariants guarantee zero floating-point calculation drift.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3. Real-World Flexibility: Ingests raw CSV exports from OMS, Razorpay settlement feeds, and bank statements.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4. Actionable Copilot: Generates formal Razorpay dispute letters and bank tracing inquiry sheets in seconds.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5. Complete Developer Experience: CLI runners (run_reconciliation.py, run_chat.py), FastAPI Dashboard (app.py), and 19/19 pytest suite.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